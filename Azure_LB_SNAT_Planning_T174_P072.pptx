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0" dt="2026-09-27T03:58:33.3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BALA VARSHITHA SAI" userId="S::2400033160@kluniversity.in::c34821b4-e23e-489f-87dc-4c136c06c4b8" providerId="AD" clId="Web-{00000000-0000-0000-0000-000000000000}"/>
    <pc:docChg chg="addSld modSld sldOrd">
      <pc:chgData name="ADABALA VARSHITHA SAI" userId="S::2400033160@kluniversity.in::c34821b4-e23e-489f-87dc-4c136c06c4b8" providerId="AD" clId="Web-{00000000-0000-0000-0000-000000000000}" dt="2026-09-27T03:58:33.331" v="29"/>
      <pc:docMkLst>
        <pc:docMk/>
      </pc:docMkLst>
      <pc:sldChg chg="addSp modSp new ord">
        <pc:chgData name="ADABALA VARSHITHA SAI" userId="S::2400033160@kluniversity.in::c34821b4-e23e-489f-87dc-4c136c06c4b8" providerId="AD" clId="Web-{00000000-0000-0000-0000-000000000000}" dt="2026-09-27T03:58:33.331" v="29"/>
        <pc:sldMkLst>
          <pc:docMk/>
          <pc:sldMk cId="3630516348" sldId="261"/>
        </pc:sldMkLst>
        <pc:spChg chg="add mod">
          <ac:chgData name="ADABALA VARSHITHA SAI" userId="S::2400033160@kluniversity.in::c34821b4-e23e-489f-87dc-4c136c06c4b8" providerId="AD" clId="Web-{00000000-0000-0000-0000-000000000000}" dt="2026-09-27T03:57:44.985" v="23" actId="20577"/>
          <ac:spMkLst>
            <pc:docMk/>
            <pc:sldMk cId="3630516348" sldId="261"/>
            <ac:spMk id="3" creationId="{D07E796C-10EC-5BC9-4CBF-97B8607C3A1E}"/>
          </ac:spMkLst>
        </pc:spChg>
        <pc:picChg chg="add mod">
          <ac:chgData name="ADABALA VARSHITHA SAI" userId="S::2400033160@kluniversity.in::c34821b4-e23e-489f-87dc-4c136c06c4b8" providerId="AD" clId="Web-{00000000-0000-0000-0000-000000000000}" dt="2026-09-27T03:58:09.924" v="27" actId="14100"/>
          <ac:picMkLst>
            <pc:docMk/>
            <pc:sldMk cId="3630516348" sldId="261"/>
            <ac:picMk id="2" creationId="{7FD2F4AD-DB9A-F550-6B84-461FCB327B0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91207-9F7E-4564-8D2F-A16DE8DD848D}" type="datetimeFigureOut"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74119-8505-43B8-9D98-475FD562FB1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04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188720"/>
            <a:ext cx="1371600" cy="548640"/>
          </a:xfrm>
          <a:prstGeom prst="line">
            <a:avLst/>
          </a:prstGeom>
          <a:noFill/>
          <a:ln w="15875">
            <a:solidFill>
              <a:srgbClr val="3C5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8778240" y="1188720"/>
            <a:ext cx="914400" cy="1188720"/>
          </a:xfrm>
          <a:prstGeom prst="line">
            <a:avLst/>
          </a:prstGeom>
          <a:noFill/>
          <a:ln w="15875">
            <a:solidFill>
              <a:srgbClr val="3C5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10607040" y="1737360"/>
            <a:ext cx="457200" cy="1188720"/>
          </a:xfrm>
          <a:prstGeom prst="line">
            <a:avLst/>
          </a:prstGeom>
          <a:noFill/>
          <a:ln w="15875">
            <a:solidFill>
              <a:srgbClr val="3C5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2377440"/>
            <a:ext cx="1828800" cy="548640"/>
          </a:xfrm>
          <a:prstGeom prst="line">
            <a:avLst/>
          </a:prstGeom>
          <a:noFill/>
          <a:ln w="15875">
            <a:solidFill>
              <a:srgbClr val="3C5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8595360" y="2377440"/>
            <a:ext cx="182880" cy="1920240"/>
          </a:xfrm>
          <a:prstGeom prst="line">
            <a:avLst/>
          </a:prstGeom>
          <a:noFill/>
          <a:ln w="15875">
            <a:solidFill>
              <a:srgbClr val="3C5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9418320" y="2926080"/>
            <a:ext cx="1188720" cy="731520"/>
          </a:xfrm>
          <a:prstGeom prst="line">
            <a:avLst/>
          </a:prstGeom>
          <a:noFill/>
          <a:ln w="15875">
            <a:solidFill>
              <a:srgbClr val="3C5C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0" y="2926080"/>
            <a:ext cx="640080" cy="1097280"/>
          </a:xfrm>
          <a:prstGeom prst="line">
            <a:avLst/>
          </a:prstGeom>
          <a:noFill/>
          <a:ln w="15875">
            <a:solidFill>
              <a:srgbClr val="3C5C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8595360" y="3657600"/>
            <a:ext cx="822960" cy="640080"/>
          </a:xfrm>
          <a:prstGeom prst="line">
            <a:avLst/>
          </a:prstGeom>
          <a:noFill/>
          <a:ln w="15875">
            <a:solidFill>
              <a:srgbClr val="3C5C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0" y="3657600"/>
            <a:ext cx="822960" cy="1280160"/>
          </a:xfrm>
          <a:prstGeom prst="line">
            <a:avLst/>
          </a:prstGeom>
          <a:noFill/>
          <a:ln w="15875">
            <a:solidFill>
              <a:srgbClr val="3C5C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10241280" y="4023360"/>
            <a:ext cx="1005840" cy="914400"/>
          </a:xfrm>
          <a:prstGeom prst="line">
            <a:avLst/>
          </a:prstGeom>
          <a:noFill/>
          <a:ln w="15875">
            <a:solidFill>
              <a:srgbClr val="3C5C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0" y="4297680"/>
            <a:ext cx="548640" cy="1188720"/>
          </a:xfrm>
          <a:prstGeom prst="line">
            <a:avLst/>
          </a:prstGeom>
          <a:noFill/>
          <a:ln w="15875">
            <a:solidFill>
              <a:srgbClr val="3C5C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9144000" y="4937760"/>
            <a:ext cx="1097280" cy="548640"/>
          </a:xfrm>
          <a:prstGeom prst="line">
            <a:avLst/>
          </a:prstGeom>
          <a:noFill/>
          <a:ln w="15875">
            <a:solidFill>
              <a:srgbClr val="3C5C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0" y="4937760"/>
            <a:ext cx="731520" cy="822960"/>
          </a:xfrm>
          <a:prstGeom prst="line">
            <a:avLst/>
          </a:prstGeom>
          <a:noFill/>
          <a:ln w="15875">
            <a:solidFill>
              <a:srgbClr val="3C5C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0" y="5486400"/>
            <a:ext cx="1828800" cy="274320"/>
          </a:xfrm>
          <a:prstGeom prst="line">
            <a:avLst/>
          </a:prstGeom>
          <a:noFill/>
          <a:ln w="15875">
            <a:solidFill>
              <a:srgbClr val="3C5C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92056" y="1088136"/>
            <a:ext cx="201168" cy="201168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00232" y="1673352"/>
            <a:ext cx="128016" cy="128016"/>
          </a:xfrm>
          <a:prstGeom prst="ellipse">
            <a:avLst/>
          </a:prstGeom>
          <a:solidFill>
            <a:srgbClr val="4472A8"/>
          </a:solidFill>
          <a:ln/>
        </p:spPr>
      </p:sp>
      <p:sp>
        <p:nvSpPr>
          <p:cNvPr id="18" name="Shape 16"/>
          <p:cNvSpPr/>
          <p:nvPr/>
        </p:nvSpPr>
        <p:spPr>
          <a:xfrm>
            <a:off x="8714232" y="2313432"/>
            <a:ext cx="128016" cy="128016"/>
          </a:xfrm>
          <a:prstGeom prst="ellipse">
            <a:avLst/>
          </a:prstGeom>
          <a:solidFill>
            <a:srgbClr val="4472A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06456" y="2825496"/>
            <a:ext cx="201168" cy="201168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0" name="Shape 18"/>
          <p:cNvSpPr/>
          <p:nvPr/>
        </p:nvSpPr>
        <p:spPr>
          <a:xfrm>
            <a:off x="9354312" y="3593592"/>
            <a:ext cx="128016" cy="128016"/>
          </a:xfrm>
          <a:prstGeom prst="ellipse">
            <a:avLst/>
          </a:prstGeom>
          <a:solidFill>
            <a:srgbClr val="4472A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83112" y="3959352"/>
            <a:ext cx="128016" cy="128016"/>
          </a:xfrm>
          <a:prstGeom prst="ellipse">
            <a:avLst/>
          </a:prstGeom>
          <a:solidFill>
            <a:srgbClr val="4472A8"/>
          </a:solidFill>
          <a:ln/>
        </p:spPr>
      </p:sp>
      <p:sp>
        <p:nvSpPr>
          <p:cNvPr id="22" name="Shape 20"/>
          <p:cNvSpPr/>
          <p:nvPr/>
        </p:nvSpPr>
        <p:spPr>
          <a:xfrm>
            <a:off x="8494776" y="4197096"/>
            <a:ext cx="201168" cy="201168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77272" y="4873752"/>
            <a:ext cx="128016" cy="128016"/>
          </a:xfrm>
          <a:prstGeom prst="ellipse">
            <a:avLst/>
          </a:prstGeom>
          <a:solidFill>
            <a:srgbClr val="4472A8"/>
          </a:solidFill>
          <a:ln/>
        </p:spPr>
      </p:sp>
      <p:sp>
        <p:nvSpPr>
          <p:cNvPr id="24" name="Shape 22"/>
          <p:cNvSpPr/>
          <p:nvPr/>
        </p:nvSpPr>
        <p:spPr>
          <a:xfrm>
            <a:off x="9079992" y="5422392"/>
            <a:ext cx="128016" cy="128016"/>
          </a:xfrm>
          <a:prstGeom prst="ellipse">
            <a:avLst/>
          </a:prstGeom>
          <a:solidFill>
            <a:srgbClr val="4472A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72216" y="5660136"/>
            <a:ext cx="201168" cy="201168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8F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PROJECT  •  P072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" y="1097280"/>
            <a:ext cx="50292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14173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Load Balancer</a:t>
            </a:r>
            <a:endParaRPr lang="en-US" sz="3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Rules &amp; SNAT Planning</a:t>
            </a:r>
            <a:endParaRPr lang="en-US" sz="36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063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7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Azure VMs reach the internet, and how we plan enough SNAT ports for busy applications.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40080" y="4160520"/>
            <a:ext cx="7772400" cy="914"/>
          </a:xfrm>
          <a:prstGeom prst="line">
            <a:avLst/>
          </a:prstGeom>
          <a:noFill/>
          <a:ln w="12700">
            <a:solidFill>
              <a:srgbClr val="35507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8F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T174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4663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 Sai Lokesh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2606040" y="4663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Brahmani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0" y="4663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Varshitha Sai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537960" y="4663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S.S. Sandeep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Load Balancer • Outbound Rules &amp; SNAT Planning • P072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13232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 STATEMENT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 an App Suddenly Stop Connecting?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outbound connection from a VM needs a port. Azure translates the VM's private IP to a public one using SNAT — but if too many connections use up the available ports, new connections start to fail.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2697480"/>
            <a:ext cx="960120" cy="960120"/>
          </a:xfrm>
          <a:prstGeom prst="ellipse">
            <a:avLst/>
          </a:prstGeom>
          <a:solidFill>
            <a:srgbClr val="5C6978"/>
          </a:solidFill>
          <a:ln/>
        </p:spPr>
      </p:sp>
      <p:pic>
        <p:nvPicPr>
          <p:cNvPr id="7" name="Image 0" descr="/home/claude/icons/s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017" y="2831897"/>
            <a:ext cx="691286" cy="69128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794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sends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requests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154680" y="285750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9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206240" y="2697480"/>
            <a:ext cx="960120" cy="9601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1" name="Image 1" descr="/home/claude/icons/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657" y="2831897"/>
            <a:ext cx="691286" cy="6912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83280" y="3794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connection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port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989320" y="285750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9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7040880" y="2697480"/>
            <a:ext cx="960120" cy="960120"/>
          </a:xfrm>
          <a:prstGeom prst="ellipse">
            <a:avLst/>
          </a:prstGeom>
          <a:solidFill>
            <a:srgbClr val="E8962D"/>
          </a:solidFill>
          <a:ln/>
        </p:spPr>
      </p:sp>
      <p:pic>
        <p:nvPicPr>
          <p:cNvPr id="15" name="Image 2" descr="/home/claude/icons/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297" y="2831897"/>
            <a:ext cx="691286" cy="69128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3794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ports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out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8823960" y="285750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9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3"/>
          <p:cNvSpPr/>
          <p:nvPr/>
        </p:nvSpPr>
        <p:spPr>
          <a:xfrm>
            <a:off x="9875520" y="2697480"/>
            <a:ext cx="960120" cy="9601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9" name="Image 3" descr="/home/claude/icons/x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9937" y="2831897"/>
            <a:ext cx="691286" cy="69128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52560" y="3794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connections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E8F4FF"/>
          </a:solidFill>
          <a:ln/>
        </p:spPr>
      </p:sp>
      <p:sp>
        <p:nvSpPr>
          <p:cNvPr id="22" name="Shape 16"/>
          <p:cNvSpPr/>
          <p:nvPr/>
        </p:nvSpPr>
        <p:spPr>
          <a:xfrm>
            <a:off x="548640" y="5074920"/>
            <a:ext cx="64008" cy="10972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914400" y="50749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8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timeouts, resets, or random errors that look like an application bug — but are really an outbound capacity limit.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Load Balancer • Outbound Rules &amp; SNAT Planning • P072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13232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ARCHITECTURE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Traffic Actually Flows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7FAFD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2221992"/>
            <a:ext cx="868680" cy="868680"/>
          </a:xfrm>
          <a:prstGeom prst="ellipse">
            <a:avLst/>
          </a:prstGeom>
          <a:solidFill>
            <a:srgbClr val="5C6978"/>
          </a:solidFill>
          <a:ln/>
        </p:spPr>
      </p:sp>
      <p:pic>
        <p:nvPicPr>
          <p:cNvPr id="7" name="Image 0" descr="/home/claude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935" y="2343607"/>
            <a:ext cx="625450" cy="6254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154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VMs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4472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IPs only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3154680" y="246888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383280" y="19659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7FAFD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51960" y="2221992"/>
            <a:ext cx="868680" cy="86868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3" name="Image 1" descr="/home/claude/icons/shuff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575" y="2343607"/>
            <a:ext cx="625450" cy="62545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83280" y="3154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34472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the Outbound Rule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989320" y="246888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6217920" y="19659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7FAFD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086600" y="2221992"/>
            <a:ext cx="868680" cy="868680"/>
          </a:xfrm>
          <a:prstGeom prst="ellipse">
            <a:avLst/>
          </a:prstGeom>
          <a:solidFill>
            <a:srgbClr val="228B5E"/>
          </a:solidFill>
          <a:ln/>
        </p:spPr>
      </p:sp>
      <p:pic>
        <p:nvPicPr>
          <p:cNvPr id="19" name="Image 2" descr="/home/claude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8215" y="2343607"/>
            <a:ext cx="625450" cy="62545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17920" y="3154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SNAT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355080" y="34472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Translates to a public IP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8823960" y="246888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18"/>
          <p:cNvSpPr/>
          <p:nvPr/>
        </p:nvSpPr>
        <p:spPr>
          <a:xfrm>
            <a:off x="9052560" y="19659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7FAFD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921240" y="2221992"/>
            <a:ext cx="868680" cy="868680"/>
          </a:xfrm>
          <a:prstGeom prst="ellipse">
            <a:avLst/>
          </a:prstGeom>
          <a:solidFill>
            <a:srgbClr val="182B4D"/>
          </a:solidFill>
          <a:ln/>
        </p:spPr>
      </p:sp>
      <p:pic>
        <p:nvPicPr>
          <p:cNvPr id="25" name="Image 3" descr="/home/claude/icons/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2855" y="2343607"/>
            <a:ext cx="625450" cy="62545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052560" y="3154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9189720" y="34472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only the public address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4114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public IP is required on any VM — the Load Balancer and SNAT handle translation for every outbound connection.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FF6E5"/>
          </a:solidFill>
          <a:ln/>
        </p:spPr>
      </p:sp>
      <p:sp>
        <p:nvSpPr>
          <p:cNvPr id="30" name="Shape 24"/>
          <p:cNvSpPr/>
          <p:nvPr/>
        </p:nvSpPr>
        <p:spPr>
          <a:xfrm>
            <a:off x="548640" y="4846320"/>
            <a:ext cx="64008" cy="1325880"/>
          </a:xfrm>
          <a:prstGeom prst="rect">
            <a:avLst/>
          </a:prstGeom>
          <a:solidFill>
            <a:srgbClr val="E8962D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914400" y="4983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NAT Gateway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914400" y="5303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very chatty workloads, NAT Gateway can be used as a separate outbound-capacity approach — it is not the main flow shown above.</a:t>
            </a:r>
            <a:endParaRPr lang="en-US" sz="125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Load Balancer • Outbound Rules &amp; SNAT Planning • P072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D2F4AD-DB9A-F550-6B84-461FCB327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293" y="841967"/>
            <a:ext cx="8389195" cy="59010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7E796C-10EC-5BC9-4CBF-97B8607C3A1E}"/>
              </a:ext>
            </a:extLst>
          </p:cNvPr>
          <p:cNvSpPr txBox="1"/>
          <p:nvPr/>
        </p:nvSpPr>
        <p:spPr>
          <a:xfrm>
            <a:off x="428457" y="257074"/>
            <a:ext cx="465590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 dirty="0">
                <a:ea typeface="Calibri"/>
                <a:cs typeface="Calibri"/>
              </a:rPr>
              <a:t>|Architecture</a:t>
            </a:r>
            <a:r>
              <a:rPr lang="en-US" dirty="0">
                <a:ea typeface="Calibri"/>
                <a:cs typeface="Calibri"/>
              </a:rPr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516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13232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OUR OBJECTIVES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Set Out to 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58368" cy="658368"/>
          </a:xfrm>
          <a:prstGeom prst="ellipse">
            <a:avLst/>
          </a:prstGeom>
          <a:solidFill>
            <a:srgbClr val="228B5E"/>
          </a:solidFill>
          <a:ln/>
        </p:spPr>
      </p:sp>
      <p:pic>
        <p:nvPicPr>
          <p:cNvPr id="6" name="Image 0" descr="/home/claude/icons/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1783812"/>
            <a:ext cx="474025" cy="4740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4592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SNAT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800600" y="2020824"/>
            <a:ext cx="914" cy="914"/>
          </a:xfrm>
          <a:prstGeom prst="line">
            <a:avLst/>
          </a:prstGeom>
          <a:noFill/>
          <a:ln/>
        </p:spPr>
      </p:sp>
      <p:sp>
        <p:nvSpPr>
          <p:cNvPr id="9" name="Text 6"/>
          <p:cNvSpPr txBox="1"/>
          <p:nvPr/>
        </p:nvSpPr>
        <p:spPr>
          <a:xfrm>
            <a:off x="4937760" y="1645920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how a private VM reaches the internet using a public IP.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658368" cy="658368"/>
          </a:xfrm>
          <a:prstGeom prst="ellipse">
            <a:avLst/>
          </a:prstGeom>
          <a:solidFill>
            <a:srgbClr val="E8962D"/>
          </a:solidFill>
          <a:ln/>
        </p:spPr>
      </p:sp>
      <p:pic>
        <p:nvPicPr>
          <p:cNvPr id="11" name="Image 1" descr="/home/claude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2881092"/>
            <a:ext cx="474025" cy="4740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7432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Cause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800600" y="3118104"/>
            <a:ext cx="914" cy="914"/>
          </a:xfrm>
          <a:prstGeom prst="line">
            <a:avLst/>
          </a:prstGeom>
          <a:noFill/>
          <a:ln/>
        </p:spPr>
      </p:sp>
      <p:sp>
        <p:nvSpPr>
          <p:cNvPr id="14" name="Text 10"/>
          <p:cNvSpPr txBox="1"/>
          <p:nvPr/>
        </p:nvSpPr>
        <p:spPr>
          <a:xfrm>
            <a:off x="4937760" y="2743200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why ports run out when an app creates many connections.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3886200"/>
            <a:ext cx="658368" cy="658368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6" name="Image 2" descr="/home/claude/icons/slid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3978372"/>
            <a:ext cx="474025" cy="4740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84048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Outbound Rules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4800600" y="4215384"/>
            <a:ext cx="914" cy="914"/>
          </a:xfrm>
          <a:prstGeom prst="line">
            <a:avLst/>
          </a:prstGeom>
          <a:noFill/>
          <a:ln/>
        </p:spPr>
      </p:sp>
      <p:sp>
        <p:nvSpPr>
          <p:cNvPr id="19" name="Text 14"/>
          <p:cNvSpPr txBox="1"/>
          <p:nvPr/>
        </p:nvSpPr>
        <p:spPr>
          <a:xfrm>
            <a:off x="4937760" y="3840480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each backend VM a planned amount of SNAT capacity.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4983480"/>
            <a:ext cx="658368" cy="658368"/>
          </a:xfrm>
          <a:prstGeom prst="ellipse">
            <a:avLst/>
          </a:prstGeom>
          <a:solidFill>
            <a:srgbClr val="228B5E"/>
          </a:solidFill>
          <a:ln/>
        </p:spPr>
      </p:sp>
      <p:pic>
        <p:nvPicPr>
          <p:cNvPr id="21" name="Image 3" descr="/home/claude/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2" y="5075652"/>
            <a:ext cx="474025" cy="4740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493776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Port Needs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4800600" y="5312664"/>
            <a:ext cx="914" cy="914"/>
          </a:xfrm>
          <a:prstGeom prst="line">
            <a:avLst/>
          </a:prstGeom>
          <a:noFill/>
          <a:ln/>
        </p:spPr>
      </p:sp>
      <p:sp>
        <p:nvSpPr>
          <p:cNvPr id="24" name="Text 18"/>
          <p:cNvSpPr txBox="1"/>
          <p:nvPr/>
        </p:nvSpPr>
        <p:spPr>
          <a:xfrm>
            <a:off x="4937760" y="4937760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capacity using peak connections and maximum VM count.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Load Balancer • Outbound Rules &amp; SNAT Planning • P072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13232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DEMONSTRATION &amp; RESULTS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 Chatty Application to Prove 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4251960"/>
          </a:xfrm>
          <a:prstGeom prst="roundRect">
            <a:avLst>
              <a:gd name="adj" fmla="val 1935"/>
            </a:avLst>
          </a:prstGeom>
          <a:solidFill>
            <a:srgbClr val="F7FAFD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28800"/>
            <a:ext cx="594360" cy="59436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7" name="Image 0" descr="/home/claude/icons/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" y="1912010"/>
            <a:ext cx="427939" cy="42793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288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Setup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6060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used a chatty / busy application on the test VM — one that opens many outbound connections quickly — to simulate real-world traffic that consumes SNAT ports fast.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657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command run from the VM: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397764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182B4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51560" y="3977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-4 https://api.ipify.org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6634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32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while watching SNAT port usage in Azure Monitor as the traffic ramped up.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1600200"/>
            <a:ext cx="5440680" cy="4251960"/>
          </a:xfrm>
          <a:prstGeom prst="roundRect">
            <a:avLst>
              <a:gd name="adj" fmla="val 1935"/>
            </a:avLst>
          </a:prstGeom>
          <a:solidFill>
            <a:srgbClr val="182B4D"/>
          </a:solidFill>
          <a:ln/>
        </p:spPr>
      </p:sp>
      <p:sp>
        <p:nvSpPr>
          <p:cNvPr id="15" name="Shape 12"/>
          <p:cNvSpPr/>
          <p:nvPr/>
        </p:nvSpPr>
        <p:spPr>
          <a:xfrm>
            <a:off x="6492240" y="1828800"/>
            <a:ext cx="594360" cy="594360"/>
          </a:xfrm>
          <a:prstGeom prst="ellipse">
            <a:avLst/>
          </a:prstGeom>
          <a:solidFill>
            <a:srgbClr val="5FD0A0"/>
          </a:solidFill>
          <a:ln/>
        </p:spPr>
      </p:sp>
      <p:pic>
        <p:nvPicPr>
          <p:cNvPr id="16" name="Image 1" descr="/home/claude/icons/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450" y="1912010"/>
            <a:ext cx="427939" cy="427939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23760" y="18288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Observed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6492240" y="2606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8F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PRIVATE IP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492240" y="28620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10.0.1.4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92240" y="34015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8F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IP SEEN ONLINE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6492240" y="3657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48.223.130.231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6492240" y="419709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8F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PATH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6492240" y="44531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working — private IP successfully translated to public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6492240" y="49926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8F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SUSTAINED LOAD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6492240" y="52486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SNAT port usage climbed steadily, confirming a busy app can approach the port limit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Load Balancer • Outbound Rules &amp; SNAT Planning • P072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19</cp:revision>
  <dcterms:created xsi:type="dcterms:W3CDTF">2026-09-27T03:34:19Z</dcterms:created>
  <dcterms:modified xsi:type="dcterms:W3CDTF">2026-09-27T03:58:34Z</dcterms:modified>
</cp:coreProperties>
</file>